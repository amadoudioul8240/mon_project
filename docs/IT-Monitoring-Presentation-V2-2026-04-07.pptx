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IT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6505A"/>
                </a:solidFill>
              </a:defRPr>
            </a:pPr>
            <a:r>
              <a:t>Soutenance professionnelle - supervision et gestion du parc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3D91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4650"/>
                </a:solidFill>
              </a:defRPr>
            </a:pPr>
            <a:r>
              <a:t>Composants coeur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92608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31089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3D91"/>
                </a:solidFill>
              </a:defRPr>
            </a:pPr>
            <a:r>
              <a:t>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79476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4650"/>
                </a:solidFill>
              </a:defRPr>
            </a:pPr>
            <a:r>
              <a:t>Endpoints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92608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1089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3D91"/>
                </a:solidFill>
              </a:defRPr>
            </a:pPr>
            <a:r>
              <a:t>13+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79476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4650"/>
                </a:solidFill>
              </a:defRPr>
            </a:pPr>
            <a:r>
              <a:t>Pages metier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IT Monitoring - Presentation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Pourquoi ce projet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6505A"/>
                </a:solidFill>
              </a:defRPr>
            </a:pPr>
            <a:r>
              <a:t>Unifier la visibilite IT et accelerer l'operationnel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949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Problemes addresses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846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Inventaire eparpille et peu fiable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Faible visibilite securite endpoint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Difficulte de priorisation incidents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Collecte terrain non industrialisee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Objectifs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Centraliser les donnees techniques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Suivre actifs, incidents, projets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Mesurer posture et risques en continu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Poser une base SIEM operationnelle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IT Monitoring - Presentation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Architecture de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0A9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Frontend</a:t>
            </a:r>
          </a:p>
          <a:p>
            <a:pPr>
              <a:defRPr sz="1300">
                <a:solidFill>
                  <a:srgbClr val="14181C"/>
                </a:solidFill>
              </a:defRPr>
            </a:pPr>
            <a:r>
              <a:t>React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9202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0A9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05740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Backend</a:t>
            </a:r>
          </a:p>
          <a:p>
            <a:pPr>
              <a:defRPr sz="1300">
                <a:solidFill>
                  <a:srgbClr val="14181C"/>
                </a:solidFill>
              </a:defRPr>
            </a:pPr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0A9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Database</a:t>
            </a:r>
          </a:p>
          <a:p>
            <a:pPr>
              <a:defRPr sz="1300">
                <a:solidFill>
                  <a:srgbClr val="14181C"/>
                </a:solidFill>
              </a:defRPr>
            </a:pPr>
            <a:r>
              <a:t>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920240"/>
            <a:ext cx="2011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0A9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20574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Agents</a:t>
            </a:r>
          </a:p>
          <a:p>
            <a:pPr>
              <a:defRPr sz="1300">
                <a:solidFill>
                  <a:srgbClr val="14181C"/>
                </a:solidFill>
              </a:defRPr>
            </a:pPr>
            <a:r>
              <a:t>Go/PS/Py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49039"/>
            <a:ext cx="10515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86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Flux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4340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Agents -&gt; Backend (ingestion) -&gt; PostgreSQL -&gt; Frontend dashboards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Docker Compose pour orchestration locale et serveur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CORS et URL backend adaptes au serveur 192.168.196.134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IT Monitoring - Presentation 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Modules fonctionnels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Pilotage parc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3108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Assets et types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Utilisateurs et sites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Maintenance logs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Statistiques inventaire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9659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423160"/>
            <a:ext cx="3108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Incidents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Projets IT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Supervision ressources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Ports et logs 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9659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Securite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423160"/>
            <a:ext cx="2560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Findings et policy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Posture endpoint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CVE watch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SIEM +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IT Monitoring - Presentation 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API platforme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3035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Domaines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Actifs, referentiels, maintenance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AD sync, securite, SIEM, reseau, metriques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937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23160"/>
            <a:ext cx="4389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59 endpoints FastAPI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/docs disponible pour exploration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10515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Exemples critiques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6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/assets/scan, /metrics/resources, /security/summary, /siem/alerts, /siem/timeline/{host_serial}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IT Monitoring - Presentation 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Agents de collecte terrain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Capacites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Inventaire machine et logiciels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Posture securite endpoint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Metriques CPU/RAM/disque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Ports ouverts et telemetrie LAN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Evenements d'authentification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Deploiement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Service Windows (Go)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Modes: manuel, bulk, GPO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ASSET_BACKEND_URL surchargeable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Defaut: 192.168.196.134:8000/assets/scan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IT Monitoring - Presentation V2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Deploiement et exploitation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Runbook serveur Debian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966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git pull origin main dans le repo cible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docker compose up -d --build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Verification ports 3000/8000 et endpoints HTTP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Diagnostic par logs conteneurs backend/frontend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Gestion CORS via CORS_ALLOW_ORIGINS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IT Monitoring - Presentation 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Securite, risques, maitrise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Maitrise actuelle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754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Collecte securite centralisee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SIEM interne avec alerting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Signature agent possible (all-signed)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Configuration CORS controlee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Points d'attention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Industrialiser tests CI/CD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Renforcer backup/restauration DB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Generaliser TLS/reverse proxy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Suivre KPI MTTD/MTTR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IT Monitoring - Presentation V2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Roadmap 90 jours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3D91"/>
                </a:solidFill>
              </a:defRPr>
            </a:pPr>
            <a:r>
              <a:t>J+30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4650"/>
                </a:solidFill>
              </a:defRPr>
            </a:pPr>
            <a:r>
              <a:t>Stabilisation prod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3D91"/>
                </a:solidFill>
              </a:defRPr>
            </a:pPr>
            <a:r>
              <a:t>J+60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4650"/>
                </a:solidFill>
              </a:defRPr>
            </a:pPr>
            <a:r>
              <a:t>Automatisation CI/CD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3D91"/>
                </a:solidFill>
              </a:defRPr>
            </a:pPr>
            <a:r>
              <a:t>J+90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8036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4650"/>
                </a:solidFill>
              </a:defRPr>
            </a:pPr>
            <a:r>
              <a:t>KPI exec et 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14800"/>
            <a:ext cx="10789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519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Priorites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Fiabilite deploiement, observabilite, gouvernance securite, scalabilite fonctionnelle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IT Monitoring - Presentation 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4181C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6505A"/>
                </a:solidFill>
              </a:defRPr>
            </a:pPr>
            <a:r>
              <a:t>Une base solide pour une plateforme IT operationnelle et evolutive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98755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3D91"/>
                </a:solidFill>
              </a:defRPr>
            </a:pPr>
            <a:r>
              <a:t>Messages clefs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88920"/>
            <a:ext cx="9326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4181C"/>
                </a:solidFill>
              </a:defRPr>
            </a:pPr>
            <a:r>
              <a:t>Architecture moderne, modulaire et exploitable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Couverture metier large: inventaire, ops, securite, SIEM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Agents adaptes au terrain et redeployables facilement</a:t>
            </a:r>
          </a:p>
          <a:p>
            <a:pPr>
              <a:defRPr sz="1500">
                <a:solidFill>
                  <a:srgbClr val="14181C"/>
                </a:solidFill>
              </a:defRPr>
            </a:pPr>
            <a:r>
              <a:t>Projet pret pour une presentation professionnelle et une phase d'industrialisation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Merci - IT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