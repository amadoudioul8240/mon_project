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Plateforme de supervision et de gestion de parc IT</a:t>
            </a:r>
          </a:p>
          <a:p>
            <a:r>
              <a:t>Presentation professionnelle - 2026-04-07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et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Centraliser la visibilite de l'infrastructure IT</a:t>
            </a:r>
          </a:p>
          <a:p>
            <a:pPr>
              <a:defRPr sz="2200"/>
            </a:pPr>
            <a:r>
              <a:t>Industrialiser la collecte des donnees endpoint</a:t>
            </a:r>
          </a:p>
          <a:p>
            <a:pPr>
              <a:defRPr sz="2200"/>
            </a:pPr>
            <a:r>
              <a:t>Accelerer la detection et le traitement des incidents</a:t>
            </a:r>
          </a:p>
          <a:p>
            <a:pPr>
              <a:defRPr sz="2200"/>
            </a:pPr>
            <a:r>
              <a:t>Structurer la gouvernance securite et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de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Composant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Technologie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React 18 + Recharts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Interface operateur, dashboards, pages metier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FastAPI + SQLAlchemy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API REST, logique metier, AD sync, SIEM interne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 de donnees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PostgreSQL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Persistances assets, incidents, telemetrie, SIEM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Agent 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 service + scripts 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Collecte inventaire, securite, ressources, reseau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Docker Compose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Execution et cycle de vie des services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Capacites fonctionnelles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Inventaire IT: utilisateurs, sites, actifs, types d'actifs.</a:t>
            </a:r>
          </a:p>
          <a:p>
            <a:pPr>
              <a:defRPr sz="2200"/>
            </a:pPr>
            <a:r>
              <a:t>Cycle de vie actif: creation, mise a jour, suppression, maintenance logs.</a:t>
            </a:r>
          </a:p>
          <a:p>
            <a:pPr>
              <a:defRPr sz="2200"/>
            </a:pPr>
            <a:r>
              <a:t>Synchronisation AD: statut, configuration, sync users/computers.</a:t>
            </a:r>
          </a:p>
          <a:p>
            <a:pPr>
              <a:defRPr sz="2200"/>
            </a:pPr>
            <a:r>
              <a:t>Supervision ressources endpoint: CPU/RAM/disque + vue globale.</a:t>
            </a:r>
          </a:p>
          <a:p>
            <a:pPr>
              <a:defRPr sz="2200"/>
            </a:pPr>
            <a:r>
              <a:t>Volet securite: findings, policy, posture endpoint, summary.</a:t>
            </a:r>
          </a:p>
          <a:p>
            <a:pPr>
              <a:defRPr sz="2200"/>
            </a:pPr>
            <a:r>
              <a:t>Network telemetry: ports ouverts, logs LAN, appareils inconnus.</a:t>
            </a:r>
          </a:p>
          <a:p>
            <a:pPr>
              <a:defRPr sz="2200"/>
            </a:pPr>
            <a:r>
              <a:t>Mini SIEM: collecte auth/download/web events, alerting et timeline.</a:t>
            </a:r>
          </a:p>
          <a:p>
            <a:pPr>
              <a:defRPr sz="2200"/>
            </a:pPr>
            <a:r>
              <a:t>Pilotage projets IT et incidents pour operation quotidienne.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Panorama API (extraits)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Domaine API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Exemples d'endpoints</a:t>
                      </a:r>
                    </a:p>
                  </a:txBody>
                  <a:tcPr>
                    <a:solidFill>
                      <a:srgbClr val="1235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Actifs et referentiels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/assets, /asset_types, /users, /locations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/maintenance_logs/{asset_id}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Agent 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/assets/scan, /metrics/resources, /network/telemetry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/ad/status, /ad/config, /ad/sync/users, /ad/sync/computers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Securite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/security/findings, /security/policy, /security/posture, /security/summary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/siem/auth-events, /siem/alerts, /siem/timeline/{host_serial}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/incidents, /it-projects, /stats/assets-by-type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Agents et deploiement terrain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Agents disponibles: PowerShell, Python, Go (service Windows)</a:t>
            </a:r>
          </a:p>
          <a:p>
            <a:pPr>
              <a:defRPr sz="2200"/>
            </a:pPr>
            <a:r>
              <a:t>URL backend par defaut: http://192.168.196.134:8000/assets/scan</a:t>
            </a:r>
          </a:p>
          <a:p>
            <a:pPr>
              <a:defRPr sz="2200"/>
            </a:pPr>
            <a:r>
              <a:t>Modes de deploiement: manuel, bulk, GPO, all-signed</a:t>
            </a:r>
          </a:p>
          <a:p>
            <a:pPr>
              <a:defRPr sz="2200"/>
            </a:pPr>
            <a:r>
              <a:t>Surcharge possible via ASSET_BACKEND_URL et config.json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Exploitation et fiabilite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Conteneurisation complete: db + backend + frontend</a:t>
            </a:r>
          </a:p>
          <a:p>
            <a:pPr>
              <a:defRPr sz="2200"/>
            </a:pPr>
            <a:r>
              <a:t>Verification post-deploiement: ports 8000/3000 + health checks HTTP</a:t>
            </a:r>
          </a:p>
          <a:p>
            <a:pPr>
              <a:defRPr sz="2200"/>
            </a:pPr>
            <a:r>
              <a:t>Logs techniques pour diagnostic rapide en production</a:t>
            </a:r>
          </a:p>
          <a:p>
            <a:pPr>
              <a:defRPr sz="2200"/>
            </a:pPr>
            <a:r>
              <a:t>Approche progressive vers CI/CD et tests automatises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Securite et conformite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Signer les binaires/scripts agents pour execution en environnement durci.</a:t>
            </a:r>
          </a:p>
          <a:p>
            <a:pPr>
              <a:defRPr sz="2200"/>
            </a:pPr>
            <a:r>
              <a:t>Limiter CORS aux origines frontend autorisees via CORS_ALLOW_ORIGINS.</a:t>
            </a:r>
          </a:p>
          <a:p>
            <a:pPr>
              <a:defRPr sz="2200"/>
            </a:pPr>
            <a:r>
              <a:t>Utiliser comptes de service dedies pour AD sync avec moindre privilege.</a:t>
            </a:r>
          </a:p>
          <a:p>
            <a:pPr>
              <a:defRPr sz="2200"/>
            </a:pPr>
            <a:r>
              <a:t>Journaliser les evenements critiques et monitorer les erreurs d'ingestion.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professionnelle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CI/CD mature avec tests automatiques backend/frontend avant deploiement.</a:t>
            </a:r>
          </a:p>
          <a:p>
            <a:pPr>
              <a:defRPr sz="2200"/>
            </a:pPr>
            <a:r>
              <a:t>Alerting avance (email/Teams/Slack) sur incidents SIEM et derive ressources.</a:t>
            </a:r>
          </a:p>
          <a:p>
            <a:pPr>
              <a:defRPr sz="2200"/>
            </a:pPr>
            <a:r>
              <a:t>Durcissement infra: TLS, reverse proxy, segmentation reseau, sauvegarde DB.</a:t>
            </a:r>
          </a:p>
          <a:p>
            <a:pPr>
              <a:defRPr sz="2200"/>
            </a:pPr>
            <a:r>
              <a:t>Tableau de bord executif (KPI SLA, MTTD, MTTR, conformite endpoint).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Projet operationnel et presentable a un public IT professionnel</a:t>
            </a:r>
          </a:p>
          <a:p>
            <a:pPr>
              <a:defRPr sz="2200"/>
            </a:pPr>
            <a:r>
              <a:t>Architecture evolutive orientee exploitation et securite</a:t>
            </a:r>
          </a:p>
          <a:p>
            <a:pPr>
              <a:defRPr sz="2200"/>
            </a:pPr>
            <a:r>
              <a:t>Base solide pour industrialisation (devops + gouvernance)</a:t>
            </a:r>
          </a:p>
          <a:p>
            <a:pPr>
              <a:defRPr sz="2200"/>
            </a:pPr>
            <a:r>
              <a:t>Prochaine etape: generalisation du deploiement agent et KPI executifs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